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8" r:id="rId2"/>
    <p:sldId id="259" r:id="rId3"/>
  </p:sldIdLst>
  <p:sldSz cx="11879263" cy="89281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1823"/>
    <a:srgbClr val="AE3E50"/>
    <a:srgbClr val="1010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196" autoAdjust="0"/>
  </p:normalViewPr>
  <p:slideViewPr>
    <p:cSldViewPr snapToGrid="0">
      <p:cViewPr varScale="1">
        <p:scale>
          <a:sx n="62" d="100"/>
          <a:sy n="62" d="100"/>
        </p:scale>
        <p:origin x="15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0945" y="1461151"/>
            <a:ext cx="10097374" cy="3108301"/>
          </a:xfrm>
        </p:spPr>
        <p:txBody>
          <a:bodyPr anchor="b"/>
          <a:lstStyle>
            <a:lvl1pPr algn="ctr">
              <a:defRPr sz="77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4908" y="4689320"/>
            <a:ext cx="8909447" cy="2155557"/>
          </a:xfrm>
        </p:spPr>
        <p:txBody>
          <a:bodyPr/>
          <a:lstStyle>
            <a:lvl1pPr marL="0" indent="0" algn="ctr">
              <a:buNone/>
              <a:defRPr sz="3118"/>
            </a:lvl1pPr>
            <a:lvl2pPr marL="593949" indent="0" algn="ctr">
              <a:buNone/>
              <a:defRPr sz="2598"/>
            </a:lvl2pPr>
            <a:lvl3pPr marL="1187897" indent="0" algn="ctr">
              <a:buNone/>
              <a:defRPr sz="2338"/>
            </a:lvl3pPr>
            <a:lvl4pPr marL="1781846" indent="0" algn="ctr">
              <a:buNone/>
              <a:defRPr sz="2079"/>
            </a:lvl4pPr>
            <a:lvl5pPr marL="2375794" indent="0" algn="ctr">
              <a:buNone/>
              <a:defRPr sz="2079"/>
            </a:lvl5pPr>
            <a:lvl6pPr marL="2969743" indent="0" algn="ctr">
              <a:buNone/>
              <a:defRPr sz="2079"/>
            </a:lvl6pPr>
            <a:lvl7pPr marL="3563691" indent="0" algn="ctr">
              <a:buNone/>
              <a:defRPr sz="2079"/>
            </a:lvl7pPr>
            <a:lvl8pPr marL="4157640" indent="0" algn="ctr">
              <a:buNone/>
              <a:defRPr sz="2079"/>
            </a:lvl8pPr>
            <a:lvl9pPr marL="4751588" indent="0" algn="ctr">
              <a:buNone/>
              <a:defRPr sz="207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59DDD-E394-4A48-B978-0307E09BB19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DF8B8-1CD2-41B2-8318-5444D7CCC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475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59DDD-E394-4A48-B978-0307E09BB19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DF8B8-1CD2-41B2-8318-5444D7CCC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6921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513" y="2225828"/>
            <a:ext cx="10245864" cy="3713841"/>
          </a:xfrm>
        </p:spPr>
        <p:txBody>
          <a:bodyPr anchor="b"/>
          <a:lstStyle>
            <a:lvl1pPr>
              <a:defRPr sz="77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513" y="5974803"/>
            <a:ext cx="10245864" cy="1953021"/>
          </a:xfrm>
        </p:spPr>
        <p:txBody>
          <a:bodyPr/>
          <a:lstStyle>
            <a:lvl1pPr marL="0" indent="0">
              <a:buNone/>
              <a:defRPr sz="3118">
                <a:solidFill>
                  <a:schemeClr val="tx1"/>
                </a:solidFill>
              </a:defRPr>
            </a:lvl1pPr>
            <a:lvl2pPr marL="593949" indent="0">
              <a:buNone/>
              <a:defRPr sz="2598">
                <a:solidFill>
                  <a:schemeClr val="tx1">
                    <a:tint val="75000"/>
                  </a:schemeClr>
                </a:solidFill>
              </a:defRPr>
            </a:lvl2pPr>
            <a:lvl3pPr marL="1187897" indent="0">
              <a:buNone/>
              <a:defRPr sz="2338">
                <a:solidFill>
                  <a:schemeClr val="tx1">
                    <a:tint val="75000"/>
                  </a:schemeClr>
                </a:solidFill>
              </a:defRPr>
            </a:lvl3pPr>
            <a:lvl4pPr marL="1781846" indent="0">
              <a:buNone/>
              <a:defRPr sz="2079">
                <a:solidFill>
                  <a:schemeClr val="tx1">
                    <a:tint val="75000"/>
                  </a:schemeClr>
                </a:solidFill>
              </a:defRPr>
            </a:lvl4pPr>
            <a:lvl5pPr marL="2375794" indent="0">
              <a:buNone/>
              <a:defRPr sz="2079">
                <a:solidFill>
                  <a:schemeClr val="tx1">
                    <a:tint val="75000"/>
                  </a:schemeClr>
                </a:solidFill>
              </a:defRPr>
            </a:lvl5pPr>
            <a:lvl6pPr marL="2969743" indent="0">
              <a:buNone/>
              <a:defRPr sz="2079">
                <a:solidFill>
                  <a:schemeClr val="tx1">
                    <a:tint val="75000"/>
                  </a:schemeClr>
                </a:solidFill>
              </a:defRPr>
            </a:lvl6pPr>
            <a:lvl7pPr marL="3563691" indent="0">
              <a:buNone/>
              <a:defRPr sz="2079">
                <a:solidFill>
                  <a:schemeClr val="tx1">
                    <a:tint val="75000"/>
                  </a:schemeClr>
                </a:solidFill>
              </a:defRPr>
            </a:lvl7pPr>
            <a:lvl8pPr marL="4157640" indent="0">
              <a:buNone/>
              <a:defRPr sz="2079">
                <a:solidFill>
                  <a:schemeClr val="tx1">
                    <a:tint val="75000"/>
                  </a:schemeClr>
                </a:solidFill>
              </a:defRPr>
            </a:lvl8pPr>
            <a:lvl9pPr marL="4751588" indent="0">
              <a:buNone/>
              <a:defRPr sz="207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59DDD-E394-4A48-B978-0307E09BB19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DF8B8-1CD2-41B2-8318-5444D7CCC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92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6699" y="2376694"/>
            <a:ext cx="5048687" cy="56647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3877" y="2376694"/>
            <a:ext cx="5048687" cy="56647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59DDD-E394-4A48-B978-0307E09BB19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DF8B8-1CD2-41B2-8318-5444D7CCC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197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475340"/>
            <a:ext cx="10245864" cy="17256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248" y="2188625"/>
            <a:ext cx="5025484" cy="1072611"/>
          </a:xfrm>
        </p:spPr>
        <p:txBody>
          <a:bodyPr anchor="b"/>
          <a:lstStyle>
            <a:lvl1pPr marL="0" indent="0">
              <a:buNone/>
              <a:defRPr sz="3118" b="1"/>
            </a:lvl1pPr>
            <a:lvl2pPr marL="593949" indent="0">
              <a:buNone/>
              <a:defRPr sz="2598" b="1"/>
            </a:lvl2pPr>
            <a:lvl3pPr marL="1187897" indent="0">
              <a:buNone/>
              <a:defRPr sz="2338" b="1"/>
            </a:lvl3pPr>
            <a:lvl4pPr marL="1781846" indent="0">
              <a:buNone/>
              <a:defRPr sz="2079" b="1"/>
            </a:lvl4pPr>
            <a:lvl5pPr marL="2375794" indent="0">
              <a:buNone/>
              <a:defRPr sz="2079" b="1"/>
            </a:lvl5pPr>
            <a:lvl6pPr marL="2969743" indent="0">
              <a:buNone/>
              <a:defRPr sz="2079" b="1"/>
            </a:lvl6pPr>
            <a:lvl7pPr marL="3563691" indent="0">
              <a:buNone/>
              <a:defRPr sz="2079" b="1"/>
            </a:lvl7pPr>
            <a:lvl8pPr marL="4157640" indent="0">
              <a:buNone/>
              <a:defRPr sz="2079" b="1"/>
            </a:lvl8pPr>
            <a:lvl9pPr marL="4751588" indent="0">
              <a:buNone/>
              <a:defRPr sz="207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248" y="3261236"/>
            <a:ext cx="5025484" cy="4796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13878" y="2188625"/>
            <a:ext cx="5050234" cy="1072611"/>
          </a:xfrm>
        </p:spPr>
        <p:txBody>
          <a:bodyPr anchor="b"/>
          <a:lstStyle>
            <a:lvl1pPr marL="0" indent="0">
              <a:buNone/>
              <a:defRPr sz="3118" b="1"/>
            </a:lvl1pPr>
            <a:lvl2pPr marL="593949" indent="0">
              <a:buNone/>
              <a:defRPr sz="2598" b="1"/>
            </a:lvl2pPr>
            <a:lvl3pPr marL="1187897" indent="0">
              <a:buNone/>
              <a:defRPr sz="2338" b="1"/>
            </a:lvl3pPr>
            <a:lvl4pPr marL="1781846" indent="0">
              <a:buNone/>
              <a:defRPr sz="2079" b="1"/>
            </a:lvl4pPr>
            <a:lvl5pPr marL="2375794" indent="0">
              <a:buNone/>
              <a:defRPr sz="2079" b="1"/>
            </a:lvl5pPr>
            <a:lvl6pPr marL="2969743" indent="0">
              <a:buNone/>
              <a:defRPr sz="2079" b="1"/>
            </a:lvl6pPr>
            <a:lvl7pPr marL="3563691" indent="0">
              <a:buNone/>
              <a:defRPr sz="2079" b="1"/>
            </a:lvl7pPr>
            <a:lvl8pPr marL="4157640" indent="0">
              <a:buNone/>
              <a:defRPr sz="2079" b="1"/>
            </a:lvl8pPr>
            <a:lvl9pPr marL="4751588" indent="0">
              <a:buNone/>
              <a:defRPr sz="207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13878" y="3261236"/>
            <a:ext cx="5050234" cy="4796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59DDD-E394-4A48-B978-0307E09BB19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DF8B8-1CD2-41B2-8318-5444D7CCC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553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59DDD-E394-4A48-B978-0307E09BB19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DF8B8-1CD2-41B2-8318-5444D7CCC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716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59DDD-E394-4A48-B978-0307E09BB19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DF8B8-1CD2-41B2-8318-5444D7CCC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6111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6" y="595207"/>
            <a:ext cx="3831372" cy="2083223"/>
          </a:xfrm>
        </p:spPr>
        <p:txBody>
          <a:bodyPr anchor="b"/>
          <a:lstStyle>
            <a:lvl1pPr>
              <a:defRPr sz="415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0234" y="1285483"/>
            <a:ext cx="6013877" cy="6344738"/>
          </a:xfrm>
        </p:spPr>
        <p:txBody>
          <a:bodyPr/>
          <a:lstStyle>
            <a:lvl1pPr>
              <a:defRPr sz="4157"/>
            </a:lvl1pPr>
            <a:lvl2pPr>
              <a:defRPr sz="3637"/>
            </a:lvl2pPr>
            <a:lvl3pPr>
              <a:defRPr sz="3118"/>
            </a:lvl3pPr>
            <a:lvl4pPr>
              <a:defRPr sz="2598"/>
            </a:lvl4pPr>
            <a:lvl5pPr>
              <a:defRPr sz="2598"/>
            </a:lvl5pPr>
            <a:lvl6pPr>
              <a:defRPr sz="2598"/>
            </a:lvl6pPr>
            <a:lvl7pPr>
              <a:defRPr sz="2598"/>
            </a:lvl7pPr>
            <a:lvl8pPr>
              <a:defRPr sz="2598"/>
            </a:lvl8pPr>
            <a:lvl9pPr>
              <a:defRPr sz="25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246" y="2678430"/>
            <a:ext cx="3831372" cy="4962123"/>
          </a:xfrm>
        </p:spPr>
        <p:txBody>
          <a:bodyPr/>
          <a:lstStyle>
            <a:lvl1pPr marL="0" indent="0">
              <a:buNone/>
              <a:defRPr sz="2079"/>
            </a:lvl1pPr>
            <a:lvl2pPr marL="593949" indent="0">
              <a:buNone/>
              <a:defRPr sz="1819"/>
            </a:lvl2pPr>
            <a:lvl3pPr marL="1187897" indent="0">
              <a:buNone/>
              <a:defRPr sz="1559"/>
            </a:lvl3pPr>
            <a:lvl4pPr marL="1781846" indent="0">
              <a:buNone/>
              <a:defRPr sz="1299"/>
            </a:lvl4pPr>
            <a:lvl5pPr marL="2375794" indent="0">
              <a:buNone/>
              <a:defRPr sz="1299"/>
            </a:lvl5pPr>
            <a:lvl6pPr marL="2969743" indent="0">
              <a:buNone/>
              <a:defRPr sz="1299"/>
            </a:lvl6pPr>
            <a:lvl7pPr marL="3563691" indent="0">
              <a:buNone/>
              <a:defRPr sz="1299"/>
            </a:lvl7pPr>
            <a:lvl8pPr marL="4157640" indent="0">
              <a:buNone/>
              <a:defRPr sz="1299"/>
            </a:lvl8pPr>
            <a:lvl9pPr marL="4751588" indent="0">
              <a:buNone/>
              <a:defRPr sz="12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59DDD-E394-4A48-B978-0307E09BB19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DF8B8-1CD2-41B2-8318-5444D7CCC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334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6" y="595207"/>
            <a:ext cx="3831372" cy="2083223"/>
          </a:xfrm>
        </p:spPr>
        <p:txBody>
          <a:bodyPr anchor="b"/>
          <a:lstStyle>
            <a:lvl1pPr>
              <a:defRPr sz="415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50234" y="1285483"/>
            <a:ext cx="6013877" cy="6344738"/>
          </a:xfrm>
        </p:spPr>
        <p:txBody>
          <a:bodyPr anchor="t"/>
          <a:lstStyle>
            <a:lvl1pPr marL="0" indent="0">
              <a:buNone/>
              <a:defRPr sz="4157"/>
            </a:lvl1pPr>
            <a:lvl2pPr marL="593949" indent="0">
              <a:buNone/>
              <a:defRPr sz="3637"/>
            </a:lvl2pPr>
            <a:lvl3pPr marL="1187897" indent="0">
              <a:buNone/>
              <a:defRPr sz="3118"/>
            </a:lvl3pPr>
            <a:lvl4pPr marL="1781846" indent="0">
              <a:buNone/>
              <a:defRPr sz="2598"/>
            </a:lvl4pPr>
            <a:lvl5pPr marL="2375794" indent="0">
              <a:buNone/>
              <a:defRPr sz="2598"/>
            </a:lvl5pPr>
            <a:lvl6pPr marL="2969743" indent="0">
              <a:buNone/>
              <a:defRPr sz="2598"/>
            </a:lvl6pPr>
            <a:lvl7pPr marL="3563691" indent="0">
              <a:buNone/>
              <a:defRPr sz="2598"/>
            </a:lvl7pPr>
            <a:lvl8pPr marL="4157640" indent="0">
              <a:buNone/>
              <a:defRPr sz="2598"/>
            </a:lvl8pPr>
            <a:lvl9pPr marL="4751588" indent="0">
              <a:buNone/>
              <a:defRPr sz="259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246" y="2678430"/>
            <a:ext cx="3831372" cy="4962123"/>
          </a:xfrm>
        </p:spPr>
        <p:txBody>
          <a:bodyPr/>
          <a:lstStyle>
            <a:lvl1pPr marL="0" indent="0">
              <a:buNone/>
              <a:defRPr sz="2079"/>
            </a:lvl1pPr>
            <a:lvl2pPr marL="593949" indent="0">
              <a:buNone/>
              <a:defRPr sz="1819"/>
            </a:lvl2pPr>
            <a:lvl3pPr marL="1187897" indent="0">
              <a:buNone/>
              <a:defRPr sz="1559"/>
            </a:lvl3pPr>
            <a:lvl4pPr marL="1781846" indent="0">
              <a:buNone/>
              <a:defRPr sz="1299"/>
            </a:lvl4pPr>
            <a:lvl5pPr marL="2375794" indent="0">
              <a:buNone/>
              <a:defRPr sz="1299"/>
            </a:lvl5pPr>
            <a:lvl6pPr marL="2969743" indent="0">
              <a:buNone/>
              <a:defRPr sz="1299"/>
            </a:lvl6pPr>
            <a:lvl7pPr marL="3563691" indent="0">
              <a:buNone/>
              <a:defRPr sz="1299"/>
            </a:lvl7pPr>
            <a:lvl8pPr marL="4157640" indent="0">
              <a:buNone/>
              <a:defRPr sz="1299"/>
            </a:lvl8pPr>
            <a:lvl9pPr marL="4751588" indent="0">
              <a:buNone/>
              <a:defRPr sz="12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59DDD-E394-4A48-B978-0307E09BB19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DF8B8-1CD2-41B2-8318-5444D7CCC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8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59DDD-E394-4A48-B978-0307E09BB19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DF8B8-1CD2-41B2-8318-5444D7CCC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635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01098" y="475339"/>
            <a:ext cx="2561466" cy="756615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6700" y="475339"/>
            <a:ext cx="7535907" cy="75661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59DDD-E394-4A48-B978-0307E09BB19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DF8B8-1CD2-41B2-8318-5444D7CCC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3430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6700" y="475340"/>
            <a:ext cx="10245864" cy="1725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6700" y="2376694"/>
            <a:ext cx="10245864" cy="56647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6699" y="8275028"/>
            <a:ext cx="2672834" cy="4753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5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F59DDD-E394-4A48-B978-0307E09BB19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35006" y="8275028"/>
            <a:ext cx="4009251" cy="4753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5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9730" y="8275028"/>
            <a:ext cx="2672834" cy="4753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5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8DF8B8-1CD2-41B2-8318-5444D7CCC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972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187897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74" indent="-296974" algn="l" defTabSz="1187897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7" kern="1200">
          <a:solidFill>
            <a:schemeClr val="tx1"/>
          </a:solidFill>
          <a:latin typeface="+mn-lt"/>
          <a:ea typeface="+mn-ea"/>
          <a:cs typeface="+mn-cs"/>
        </a:defRPr>
      </a:lvl1pPr>
      <a:lvl2pPr marL="890923" indent="-296974" algn="l" defTabSz="1187897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871" indent="-296974" algn="l" defTabSz="1187897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820" indent="-296974" algn="l" defTabSz="1187897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768" indent="-296974" algn="l" defTabSz="1187897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717" indent="-296974" algn="l" defTabSz="1187897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665" indent="-296974" algn="l" defTabSz="1187897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614" indent="-296974" algn="l" defTabSz="1187897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562" indent="-296974" algn="l" defTabSz="1187897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897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49" algn="l" defTabSz="1187897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897" algn="l" defTabSz="1187897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846" algn="l" defTabSz="1187897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794" algn="l" defTabSz="1187897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743" algn="l" defTabSz="1187897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691" algn="l" defTabSz="1187897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640" algn="l" defTabSz="1187897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588" algn="l" defTabSz="1187897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89FA0-5D3D-CFD0-D507-5E42D1C2B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2601E02-B5C8-DCC7-94D7-E23623786713}"/>
              </a:ext>
            </a:extLst>
          </p:cNvPr>
          <p:cNvSpPr/>
          <p:nvPr/>
        </p:nvSpPr>
        <p:spPr>
          <a:xfrm>
            <a:off x="2" y="0"/>
            <a:ext cx="11879263" cy="8928100"/>
          </a:xfrm>
          <a:prstGeom prst="rect">
            <a:avLst/>
          </a:prstGeom>
          <a:solidFill>
            <a:srgbClr val="1010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01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AC731F0-84CC-52BA-C887-7B580FD7A348}"/>
              </a:ext>
            </a:extLst>
          </p:cNvPr>
          <p:cNvSpPr/>
          <p:nvPr/>
        </p:nvSpPr>
        <p:spPr>
          <a:xfrm>
            <a:off x="565385" y="507315"/>
            <a:ext cx="774961" cy="7920680"/>
          </a:xfrm>
          <a:prstGeom prst="roundRect">
            <a:avLst>
              <a:gd name="adj" fmla="val 16667"/>
            </a:avLst>
          </a:prstGeom>
          <a:solidFill>
            <a:srgbClr val="1718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01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DCE7CB7-7D5F-9916-1EED-E73643C1A6D1}"/>
              </a:ext>
            </a:extLst>
          </p:cNvPr>
          <p:cNvSpPr/>
          <p:nvPr/>
        </p:nvSpPr>
        <p:spPr>
          <a:xfrm>
            <a:off x="1622417" y="1268876"/>
            <a:ext cx="2268000" cy="1548000"/>
          </a:xfrm>
          <a:prstGeom prst="roundRect">
            <a:avLst>
              <a:gd name="adj" fmla="val 12683"/>
            </a:avLst>
          </a:prstGeom>
          <a:solidFill>
            <a:srgbClr val="1718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01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D5B1FD5-E14B-DE58-5307-1FD226EF6CE5}"/>
              </a:ext>
            </a:extLst>
          </p:cNvPr>
          <p:cNvSpPr/>
          <p:nvPr/>
        </p:nvSpPr>
        <p:spPr>
          <a:xfrm>
            <a:off x="9044934" y="1271134"/>
            <a:ext cx="2268000" cy="1548000"/>
          </a:xfrm>
          <a:prstGeom prst="roundRect">
            <a:avLst>
              <a:gd name="adj" fmla="val 12683"/>
            </a:avLst>
          </a:prstGeom>
          <a:solidFill>
            <a:srgbClr val="1718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01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9179584-50FF-0DB0-0EEA-FEC781067E75}"/>
              </a:ext>
            </a:extLst>
          </p:cNvPr>
          <p:cNvSpPr/>
          <p:nvPr/>
        </p:nvSpPr>
        <p:spPr>
          <a:xfrm>
            <a:off x="6571964" y="1271134"/>
            <a:ext cx="2268000" cy="1548000"/>
          </a:xfrm>
          <a:prstGeom prst="roundRect">
            <a:avLst>
              <a:gd name="adj" fmla="val 12683"/>
            </a:avLst>
          </a:prstGeom>
          <a:solidFill>
            <a:srgbClr val="1718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01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E1E1FEF-4AD7-2510-BBA8-7E09656DB655}"/>
              </a:ext>
            </a:extLst>
          </p:cNvPr>
          <p:cNvSpPr/>
          <p:nvPr/>
        </p:nvSpPr>
        <p:spPr>
          <a:xfrm>
            <a:off x="4098993" y="1271134"/>
            <a:ext cx="2268000" cy="1548000"/>
          </a:xfrm>
          <a:prstGeom prst="roundRect">
            <a:avLst>
              <a:gd name="adj" fmla="val 12683"/>
            </a:avLst>
          </a:prstGeom>
          <a:solidFill>
            <a:srgbClr val="1718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01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0363FD-F196-3197-67DE-6B735CB305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3392" y="1212244"/>
            <a:ext cx="971999" cy="64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0FACE17-5E11-3F5E-00C1-E6F651B6C9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9968" y="1238434"/>
            <a:ext cx="971999" cy="64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077FF07-E8D1-A48B-55AA-BBA85D9288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6544" y="1212244"/>
            <a:ext cx="971999" cy="64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79BC011-EB0D-972C-AD10-CC863505C0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120" y="1212244"/>
            <a:ext cx="971999" cy="648000"/>
          </a:xfrm>
          <a:prstGeom prst="rect">
            <a:avLst/>
          </a:prstGeom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B3219CF-69D1-BF31-116F-913837083CF7}"/>
              </a:ext>
            </a:extLst>
          </p:cNvPr>
          <p:cNvSpPr/>
          <p:nvPr/>
        </p:nvSpPr>
        <p:spPr>
          <a:xfrm>
            <a:off x="6558712" y="5456199"/>
            <a:ext cx="4755171" cy="2971799"/>
          </a:xfrm>
          <a:prstGeom prst="roundRect">
            <a:avLst>
              <a:gd name="adj" fmla="val 7648"/>
            </a:avLst>
          </a:prstGeom>
          <a:solidFill>
            <a:srgbClr val="1718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01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1A43BC0-862D-F579-3EC6-758D18B12E90}"/>
              </a:ext>
            </a:extLst>
          </p:cNvPr>
          <p:cNvSpPr/>
          <p:nvPr/>
        </p:nvSpPr>
        <p:spPr>
          <a:xfrm>
            <a:off x="1622422" y="5456199"/>
            <a:ext cx="4755171" cy="2971799"/>
          </a:xfrm>
          <a:prstGeom prst="roundRect">
            <a:avLst>
              <a:gd name="adj" fmla="val 7648"/>
            </a:avLst>
          </a:prstGeom>
          <a:solidFill>
            <a:srgbClr val="1718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01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637B5D0-4930-3E25-4A6A-807101CED24A}"/>
              </a:ext>
            </a:extLst>
          </p:cNvPr>
          <p:cNvSpPr/>
          <p:nvPr/>
        </p:nvSpPr>
        <p:spPr>
          <a:xfrm>
            <a:off x="1622422" y="3024852"/>
            <a:ext cx="5424725" cy="2250870"/>
          </a:xfrm>
          <a:prstGeom prst="roundRect">
            <a:avLst>
              <a:gd name="adj" fmla="val 8900"/>
            </a:avLst>
          </a:prstGeom>
          <a:solidFill>
            <a:srgbClr val="1718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01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7E743F3-C26F-C862-09F2-F48EF254B731}"/>
              </a:ext>
            </a:extLst>
          </p:cNvPr>
          <p:cNvSpPr/>
          <p:nvPr/>
        </p:nvSpPr>
        <p:spPr>
          <a:xfrm>
            <a:off x="7225298" y="3024852"/>
            <a:ext cx="4088585" cy="2250870"/>
          </a:xfrm>
          <a:prstGeom prst="roundRect">
            <a:avLst>
              <a:gd name="adj" fmla="val 8900"/>
            </a:avLst>
          </a:prstGeom>
          <a:solidFill>
            <a:srgbClr val="1718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01"/>
          </a:p>
        </p:txBody>
      </p:sp>
    </p:spTree>
    <p:extLst>
      <p:ext uri="{BB962C8B-B14F-4D97-AF65-F5344CB8AC3E}">
        <p14:creationId xmlns:p14="http://schemas.microsoft.com/office/powerpoint/2010/main" val="3708988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D4D8866-47CE-D22D-B23C-CD8224A9101E}"/>
              </a:ext>
            </a:extLst>
          </p:cNvPr>
          <p:cNvSpPr/>
          <p:nvPr/>
        </p:nvSpPr>
        <p:spPr>
          <a:xfrm>
            <a:off x="2" y="0"/>
            <a:ext cx="11879263" cy="8928100"/>
          </a:xfrm>
          <a:prstGeom prst="rect">
            <a:avLst/>
          </a:prstGeom>
          <a:solidFill>
            <a:srgbClr val="1010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01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A6FBB4F-B354-7557-3B45-251B8318A739}"/>
              </a:ext>
            </a:extLst>
          </p:cNvPr>
          <p:cNvSpPr/>
          <p:nvPr/>
        </p:nvSpPr>
        <p:spPr>
          <a:xfrm>
            <a:off x="565385" y="507315"/>
            <a:ext cx="774961" cy="7920680"/>
          </a:xfrm>
          <a:prstGeom prst="roundRect">
            <a:avLst>
              <a:gd name="adj" fmla="val 16667"/>
            </a:avLst>
          </a:prstGeom>
          <a:solidFill>
            <a:srgbClr val="1718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01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3F395D7-686E-6501-08D6-0846BF3E6F0E}"/>
              </a:ext>
            </a:extLst>
          </p:cNvPr>
          <p:cNvSpPr/>
          <p:nvPr/>
        </p:nvSpPr>
        <p:spPr>
          <a:xfrm>
            <a:off x="1556951" y="1174579"/>
            <a:ext cx="9934833" cy="1988750"/>
          </a:xfrm>
          <a:prstGeom prst="roundRect">
            <a:avLst>
              <a:gd name="adj" fmla="val 9211"/>
            </a:avLst>
          </a:prstGeom>
          <a:solidFill>
            <a:srgbClr val="1718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01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08B162C-DEA6-E3C3-672F-8EAACF6782A6}"/>
              </a:ext>
            </a:extLst>
          </p:cNvPr>
          <p:cNvSpPr/>
          <p:nvPr/>
        </p:nvSpPr>
        <p:spPr>
          <a:xfrm>
            <a:off x="1556950" y="3343533"/>
            <a:ext cx="9934833" cy="5084462"/>
          </a:xfrm>
          <a:prstGeom prst="roundRect">
            <a:avLst>
              <a:gd name="adj" fmla="val 2394"/>
            </a:avLst>
          </a:prstGeom>
          <a:solidFill>
            <a:srgbClr val="1718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01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5078BFF-4DB7-4251-1B2D-72B5A8BBB8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729" y="1347767"/>
            <a:ext cx="216000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480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101</TotalTime>
  <Words>0</Words>
  <Application>Microsoft Office PowerPoint</Application>
  <PresentationFormat>Custom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Sanket Kshirsagar</dc:creator>
  <cp:lastModifiedBy>Sanket Kshirsagar</cp:lastModifiedBy>
  <cp:revision>12</cp:revision>
  <dcterms:created xsi:type="dcterms:W3CDTF">2026-02-04T05:48:04Z</dcterms:created>
  <dcterms:modified xsi:type="dcterms:W3CDTF">2026-02-09T06:43:37Z</dcterms:modified>
</cp:coreProperties>
</file>