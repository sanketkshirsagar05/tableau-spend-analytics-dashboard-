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11879263" cy="8928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823"/>
    <a:srgbClr val="AE3E50"/>
    <a:srgbClr val="101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96" autoAdjust="0"/>
  </p:normalViewPr>
  <p:slideViewPr>
    <p:cSldViewPr snapToGrid="0">
      <p:cViewPr varScale="1">
        <p:scale>
          <a:sx n="62" d="100"/>
          <a:sy n="62" d="100"/>
        </p:scale>
        <p:origin x="15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945" y="1461151"/>
            <a:ext cx="10097374" cy="3108301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4689320"/>
            <a:ext cx="8909447" cy="2155557"/>
          </a:xfrm>
        </p:spPr>
        <p:txBody>
          <a:bodyPr/>
          <a:lstStyle>
            <a:lvl1pPr marL="0" indent="0" algn="ctr">
              <a:buNone/>
              <a:defRPr sz="3118"/>
            </a:lvl1pPr>
            <a:lvl2pPr marL="593949" indent="0" algn="ctr">
              <a:buNone/>
              <a:defRPr sz="2598"/>
            </a:lvl2pPr>
            <a:lvl3pPr marL="1187897" indent="0" algn="ctr">
              <a:buNone/>
              <a:defRPr sz="2338"/>
            </a:lvl3pPr>
            <a:lvl4pPr marL="1781846" indent="0" algn="ctr">
              <a:buNone/>
              <a:defRPr sz="2079"/>
            </a:lvl4pPr>
            <a:lvl5pPr marL="2375794" indent="0" algn="ctr">
              <a:buNone/>
              <a:defRPr sz="2079"/>
            </a:lvl5pPr>
            <a:lvl6pPr marL="2969743" indent="0" algn="ctr">
              <a:buNone/>
              <a:defRPr sz="2079"/>
            </a:lvl6pPr>
            <a:lvl7pPr marL="3563691" indent="0" algn="ctr">
              <a:buNone/>
              <a:defRPr sz="2079"/>
            </a:lvl7pPr>
            <a:lvl8pPr marL="4157640" indent="0" algn="ctr">
              <a:buNone/>
              <a:defRPr sz="2079"/>
            </a:lvl8pPr>
            <a:lvl9pPr marL="4751588" indent="0" algn="ctr">
              <a:buNone/>
              <a:defRPr sz="20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4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2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3" y="2225828"/>
            <a:ext cx="10245864" cy="3713841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3" y="5974803"/>
            <a:ext cx="10245864" cy="1953021"/>
          </a:xfrm>
        </p:spPr>
        <p:txBody>
          <a:bodyPr/>
          <a:lstStyle>
            <a:lvl1pPr marL="0" indent="0">
              <a:buNone/>
              <a:defRPr sz="3118">
                <a:solidFill>
                  <a:schemeClr val="tx1"/>
                </a:solidFill>
              </a:defRPr>
            </a:lvl1pPr>
            <a:lvl2pPr marL="593949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2pPr>
            <a:lvl3pPr marL="1187897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3pPr>
            <a:lvl4pPr marL="1781846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4pPr>
            <a:lvl5pPr marL="2375794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5pPr>
            <a:lvl6pPr marL="2969743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6pPr>
            <a:lvl7pPr marL="356369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7pPr>
            <a:lvl8pPr marL="4157640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8pPr>
            <a:lvl9pPr marL="4751588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2376694"/>
            <a:ext cx="5048687" cy="5664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2376694"/>
            <a:ext cx="5048687" cy="5664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7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75340"/>
            <a:ext cx="10245864" cy="17256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8" y="2188625"/>
            <a:ext cx="5025484" cy="107261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8" y="3261236"/>
            <a:ext cx="5025484" cy="4796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8" y="2188625"/>
            <a:ext cx="5050234" cy="107261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8" y="3261236"/>
            <a:ext cx="5050234" cy="4796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5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11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595207"/>
            <a:ext cx="3831372" cy="2083223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285483"/>
            <a:ext cx="6013877" cy="6344738"/>
          </a:xfrm>
        </p:spPr>
        <p:txBody>
          <a:bodyPr/>
          <a:lstStyle>
            <a:lvl1pPr>
              <a:defRPr sz="4157"/>
            </a:lvl1pPr>
            <a:lvl2pPr>
              <a:defRPr sz="3637"/>
            </a:lvl2pPr>
            <a:lvl3pPr>
              <a:defRPr sz="3118"/>
            </a:lvl3pPr>
            <a:lvl4pPr>
              <a:defRPr sz="2598"/>
            </a:lvl4pPr>
            <a:lvl5pPr>
              <a:defRPr sz="2598"/>
            </a:lvl5pPr>
            <a:lvl6pPr>
              <a:defRPr sz="2598"/>
            </a:lvl6pPr>
            <a:lvl7pPr>
              <a:defRPr sz="2598"/>
            </a:lvl7pPr>
            <a:lvl8pPr>
              <a:defRPr sz="2598"/>
            </a:lvl8pPr>
            <a:lvl9pPr>
              <a:defRPr sz="2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2678430"/>
            <a:ext cx="3831372" cy="4962123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334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595207"/>
            <a:ext cx="3831372" cy="2083223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285483"/>
            <a:ext cx="6013877" cy="6344738"/>
          </a:xfrm>
        </p:spPr>
        <p:txBody>
          <a:bodyPr anchor="t"/>
          <a:lstStyle>
            <a:lvl1pPr marL="0" indent="0">
              <a:buNone/>
              <a:defRPr sz="4157"/>
            </a:lvl1pPr>
            <a:lvl2pPr marL="593949" indent="0">
              <a:buNone/>
              <a:defRPr sz="3637"/>
            </a:lvl2pPr>
            <a:lvl3pPr marL="1187897" indent="0">
              <a:buNone/>
              <a:defRPr sz="3118"/>
            </a:lvl3pPr>
            <a:lvl4pPr marL="1781846" indent="0">
              <a:buNone/>
              <a:defRPr sz="2598"/>
            </a:lvl4pPr>
            <a:lvl5pPr marL="2375794" indent="0">
              <a:buNone/>
              <a:defRPr sz="2598"/>
            </a:lvl5pPr>
            <a:lvl6pPr marL="2969743" indent="0">
              <a:buNone/>
              <a:defRPr sz="2598"/>
            </a:lvl6pPr>
            <a:lvl7pPr marL="3563691" indent="0">
              <a:buNone/>
              <a:defRPr sz="2598"/>
            </a:lvl7pPr>
            <a:lvl8pPr marL="4157640" indent="0">
              <a:buNone/>
              <a:defRPr sz="2598"/>
            </a:lvl8pPr>
            <a:lvl9pPr marL="4751588" indent="0">
              <a:buNone/>
              <a:defRPr sz="25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2678430"/>
            <a:ext cx="3831372" cy="4962123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3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475339"/>
            <a:ext cx="2561466" cy="7566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475339"/>
            <a:ext cx="7535907" cy="756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3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475340"/>
            <a:ext cx="10245864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2376694"/>
            <a:ext cx="10245864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8275028"/>
            <a:ext cx="2672834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59DDD-E394-4A48-B978-0307E09BB19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8275028"/>
            <a:ext cx="400925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8275028"/>
            <a:ext cx="2672834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7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187897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74" indent="-296974" algn="l" defTabSz="118789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7" kern="1200">
          <a:solidFill>
            <a:schemeClr val="tx1"/>
          </a:solidFill>
          <a:latin typeface="+mn-lt"/>
          <a:ea typeface="+mn-ea"/>
          <a:cs typeface="+mn-cs"/>
        </a:defRPr>
      </a:lvl1pPr>
      <a:lvl2pPr marL="890923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871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820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768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717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665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614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562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49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897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846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794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691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64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588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9FA0-5D3D-CFD0-D507-5E42D1C2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601E02-B5C8-DCC7-94D7-E23623786713}"/>
              </a:ext>
            </a:extLst>
          </p:cNvPr>
          <p:cNvSpPr/>
          <p:nvPr/>
        </p:nvSpPr>
        <p:spPr>
          <a:xfrm>
            <a:off x="2" y="0"/>
            <a:ext cx="11879263" cy="8928100"/>
          </a:xfrm>
          <a:prstGeom prst="rect">
            <a:avLst/>
          </a:prstGeom>
          <a:solidFill>
            <a:srgbClr val="1010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C731F0-84CC-52BA-C887-7B580FD7A348}"/>
              </a:ext>
            </a:extLst>
          </p:cNvPr>
          <p:cNvSpPr/>
          <p:nvPr/>
        </p:nvSpPr>
        <p:spPr>
          <a:xfrm>
            <a:off x="565385" y="507315"/>
            <a:ext cx="774961" cy="7920680"/>
          </a:xfrm>
          <a:prstGeom prst="roundRect">
            <a:avLst>
              <a:gd name="adj" fmla="val 16667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CE7CB7-7D5F-9916-1EED-E73643C1A6D1}"/>
              </a:ext>
            </a:extLst>
          </p:cNvPr>
          <p:cNvSpPr/>
          <p:nvPr/>
        </p:nvSpPr>
        <p:spPr>
          <a:xfrm>
            <a:off x="1622417" y="1268876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5B1FD5-E14B-DE58-5307-1FD226EF6CE5}"/>
              </a:ext>
            </a:extLst>
          </p:cNvPr>
          <p:cNvSpPr/>
          <p:nvPr/>
        </p:nvSpPr>
        <p:spPr>
          <a:xfrm>
            <a:off x="9044934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179584-50FF-0DB0-0EEA-FEC781067E75}"/>
              </a:ext>
            </a:extLst>
          </p:cNvPr>
          <p:cNvSpPr/>
          <p:nvPr/>
        </p:nvSpPr>
        <p:spPr>
          <a:xfrm>
            <a:off x="6571964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1E1FEF-4AD7-2510-BBA8-7E09656DB655}"/>
              </a:ext>
            </a:extLst>
          </p:cNvPr>
          <p:cNvSpPr/>
          <p:nvPr/>
        </p:nvSpPr>
        <p:spPr>
          <a:xfrm>
            <a:off x="4098993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363FD-F196-3197-67DE-6B735CB30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392" y="1212244"/>
            <a:ext cx="971999" cy="64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FACE17-5E11-3F5E-00C1-E6F651B6C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968" y="1238434"/>
            <a:ext cx="971999" cy="6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77FF07-E8D1-A48B-55AA-BBA85D928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544" y="1212244"/>
            <a:ext cx="971999" cy="6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9BC011-EB0D-972C-AD10-CC863505C0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120" y="1212244"/>
            <a:ext cx="971999" cy="64800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B3219CF-69D1-BF31-116F-913837083CF7}"/>
              </a:ext>
            </a:extLst>
          </p:cNvPr>
          <p:cNvSpPr/>
          <p:nvPr/>
        </p:nvSpPr>
        <p:spPr>
          <a:xfrm>
            <a:off x="6558712" y="5456199"/>
            <a:ext cx="4755171" cy="2971799"/>
          </a:xfrm>
          <a:prstGeom prst="roundRect">
            <a:avLst>
              <a:gd name="adj" fmla="val 7648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A43BC0-862D-F579-3EC6-758D18B12E90}"/>
              </a:ext>
            </a:extLst>
          </p:cNvPr>
          <p:cNvSpPr/>
          <p:nvPr/>
        </p:nvSpPr>
        <p:spPr>
          <a:xfrm>
            <a:off x="1622422" y="5456199"/>
            <a:ext cx="4755171" cy="2971799"/>
          </a:xfrm>
          <a:prstGeom prst="roundRect">
            <a:avLst>
              <a:gd name="adj" fmla="val 7648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637B5D0-4930-3E25-4A6A-807101CED24A}"/>
              </a:ext>
            </a:extLst>
          </p:cNvPr>
          <p:cNvSpPr/>
          <p:nvPr/>
        </p:nvSpPr>
        <p:spPr>
          <a:xfrm>
            <a:off x="1622422" y="3024852"/>
            <a:ext cx="5424725" cy="2250870"/>
          </a:xfrm>
          <a:prstGeom prst="roundRect">
            <a:avLst>
              <a:gd name="adj" fmla="val 8900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E743F3-C26F-C862-09F2-F48EF254B731}"/>
              </a:ext>
            </a:extLst>
          </p:cNvPr>
          <p:cNvSpPr/>
          <p:nvPr/>
        </p:nvSpPr>
        <p:spPr>
          <a:xfrm>
            <a:off x="7225298" y="3024852"/>
            <a:ext cx="4088585" cy="2250870"/>
          </a:xfrm>
          <a:prstGeom prst="roundRect">
            <a:avLst>
              <a:gd name="adj" fmla="val 8900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</p:spTree>
    <p:extLst>
      <p:ext uri="{BB962C8B-B14F-4D97-AF65-F5344CB8AC3E}">
        <p14:creationId xmlns:p14="http://schemas.microsoft.com/office/powerpoint/2010/main" val="370898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8</cp:revision>
  <dcterms:created xsi:type="dcterms:W3CDTF">2026-02-04T05:48:04Z</dcterms:created>
  <dcterms:modified xsi:type="dcterms:W3CDTF">2026-02-04T11:48:15Z</dcterms:modified>
</cp:coreProperties>
</file>